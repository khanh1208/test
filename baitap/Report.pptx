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9FE41-DE19-4FC4-99A5-76359659281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89F78-65F6-4C10-9DA2-135AE53C9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285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9FE41-DE19-4FC4-99A5-76359659281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89F78-65F6-4C10-9DA2-135AE53C9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389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9FE41-DE19-4FC4-99A5-76359659281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89F78-65F6-4C10-9DA2-135AE53C9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979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9FE41-DE19-4FC4-99A5-76359659281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89F78-65F6-4C10-9DA2-135AE53C9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32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9FE41-DE19-4FC4-99A5-76359659281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89F78-65F6-4C10-9DA2-135AE53C9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880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9FE41-DE19-4FC4-99A5-76359659281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89F78-65F6-4C10-9DA2-135AE53C9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378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9FE41-DE19-4FC4-99A5-76359659281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89F78-65F6-4C10-9DA2-135AE53C9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172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9FE41-DE19-4FC4-99A5-76359659281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89F78-65F6-4C10-9DA2-135AE53C9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4692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9FE41-DE19-4FC4-99A5-76359659281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89F78-65F6-4C10-9DA2-135AE53C9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823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9FE41-DE19-4FC4-99A5-76359659281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89F78-65F6-4C10-9DA2-135AE53C9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125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9FE41-DE19-4FC4-99A5-76359659281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89F78-65F6-4C10-9DA2-135AE53C9340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999321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9FE41-DE19-4FC4-99A5-76359659281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89F78-65F6-4C10-9DA2-135AE53C9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3322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9FE41-DE19-4FC4-99A5-76359659281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89F78-65F6-4C10-9DA2-135AE53C9340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339725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9FE41-DE19-4FC4-99A5-76359659281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89F78-65F6-4C10-9DA2-135AE53C9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2293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9FE41-DE19-4FC4-99A5-76359659281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89F78-65F6-4C10-9DA2-135AE53C9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2503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9FE41-DE19-4FC4-99A5-76359659281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89F78-65F6-4C10-9DA2-135AE53C9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159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99FE41-DE19-4FC4-99A5-76359659281F}" type="datetimeFigureOut">
              <a:rPr lang="en-US" smtClean="0"/>
              <a:t>12/5/2025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0089F78-65F6-4C10-9DA2-135AE53C93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617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48089-BB26-5DAF-E4D2-524DE679FE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1567" y="908374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/>
              <a:t>	</a:t>
            </a:r>
            <a:r>
              <a:rPr lang="en-US" sz="5300" dirty="0"/>
              <a:t>GIÁO DỤC VŨ KHÍ MẠNH NHẤT MÀ BẠN CÓ THỂ SỬ DỤNG ĐỂ THAY ĐỔI CẢ THẾ GIỚI </a:t>
            </a:r>
            <a:br>
              <a:rPr lang="en-US" sz="5300" dirty="0"/>
            </a:br>
            <a:endParaRPr lang="en-US" sz="53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37A36C-A2DC-9F96-A30C-BA3D4E344B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en-US" dirty="0" err="1"/>
              <a:t>Nhà</a:t>
            </a:r>
            <a:r>
              <a:rPr lang="en-US" dirty="0"/>
              <a:t> </a:t>
            </a:r>
            <a:r>
              <a:rPr lang="en-US" dirty="0" err="1"/>
              <a:t>trường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chúng</a:t>
            </a:r>
            <a:r>
              <a:rPr lang="en-US" dirty="0"/>
              <a:t> ta </a:t>
            </a:r>
            <a:r>
              <a:rPr lang="en-US" dirty="0" err="1"/>
              <a:t>chìa</a:t>
            </a:r>
            <a:r>
              <a:rPr lang="en-US" dirty="0"/>
              <a:t> </a:t>
            </a:r>
            <a:r>
              <a:rPr lang="en-US" dirty="0" err="1"/>
              <a:t>khóa</a:t>
            </a:r>
            <a:r>
              <a:rPr lang="en-US" dirty="0"/>
              <a:t> tri </a:t>
            </a:r>
            <a:r>
              <a:rPr lang="en-US" dirty="0" err="1"/>
              <a:t>thức</a:t>
            </a:r>
            <a:r>
              <a:rPr lang="en-US" dirty="0"/>
              <a:t>, </a:t>
            </a:r>
            <a:r>
              <a:rPr lang="en-US" dirty="0" err="1"/>
              <a:t>học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cuộc</a:t>
            </a:r>
            <a:r>
              <a:rPr lang="en-US" dirty="0"/>
              <a:t> </a:t>
            </a:r>
            <a:r>
              <a:rPr lang="en-US" dirty="0" err="1"/>
              <a:t>sống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đời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519028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41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Trebuchet MS</vt:lpstr>
      <vt:lpstr>Wingdings 3</vt:lpstr>
      <vt:lpstr>Facet</vt:lpstr>
      <vt:lpstr> GIÁO DỤC VŨ KHÍ MẠNH NHẤT MÀ BẠN CÓ THỂ SỬ DỤNG ĐỂ THAY ĐỔI CẢ THẾ GIỚI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2</cp:revision>
  <dcterms:created xsi:type="dcterms:W3CDTF">2025-12-05T06:41:53Z</dcterms:created>
  <dcterms:modified xsi:type="dcterms:W3CDTF">2025-12-05T06:58:16Z</dcterms:modified>
</cp:coreProperties>
</file>