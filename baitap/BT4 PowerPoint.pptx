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53FA-EAA4-D935-D464-814E3F7B7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F904-AA37-68F3-CDDF-219F0D9F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A2CA-45C9-0A27-1316-7959A125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F2221-037B-C34F-7976-AC24FA58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F71FA-36D6-A42D-E3E3-088AC656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63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B053-4455-9F33-AFC7-1407A578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AC69-0330-6D97-08E2-65846DC04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6B748-866D-4425-3FFD-259A5ED3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EFA4-355F-6B3A-8C56-079F2922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361D0-6287-10AD-638B-BD4D3943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86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50DF-C9B1-01AD-812C-62E9A2FF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5D8E1-A9C1-3DC9-CBEF-9BB30F5D8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49D50-A7F0-FEEE-5187-5C84A5D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AA10-115B-CE5A-54EF-E0EE5A0F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F2350-68E2-05EB-2EE3-A56277B6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656A-81D9-ED34-B21F-D046D042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73899-887E-CD67-8104-3A3AE52F9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F97D4-6E4C-3A83-CE48-4E461476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AC996-C0DB-2B0C-89C0-77D08C9B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0ED49-FD67-4FE0-F26A-A4C4F22F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04072-B853-D36C-D79A-6131A123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3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DD61-049E-3FE8-7F70-08A9F598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4C0C0-EC36-9407-497C-590568F70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40961-767C-47B8-0F60-EFD472689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9AA80-54CA-068F-997C-2D207E5C8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AD8D67-2D70-827D-CF37-E2B718868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C7545-F036-C987-556A-B244DCDB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8F116-6210-6F0A-518E-A658D3B0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C4045-A2F4-2D31-119F-631FF6B2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927B-D1B4-4527-5FC8-3043F004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70A86-333F-F273-2D66-0476AB35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775E4-3C98-61BA-B69C-5AB3C7BA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C9373-9031-A7B6-641C-9752C521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8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3E5FA-3D9A-DE97-3A5E-BBEE86C2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F2322-3EA3-985B-5154-C1D8C76E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B3699-7D00-D574-8B0D-A6D4AA0D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9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08BD-BCF2-998F-7CDF-1D524BC2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88DC6-76DD-8E63-15E6-CF12AD7A1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87179-E709-BB6B-6CE1-87B892DDB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2E48E-DA54-8519-656F-34DB5EAA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64628-6AD0-C63B-7D56-02BA1A58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5A120-2DFC-6A7A-0183-BC69D597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9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C60C-782D-E630-62E3-54C813816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B4A5E-58B2-C618-1013-21EB4A439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CAA72-F214-7B31-01B5-63A49AC39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7175C-3781-1C0F-F825-5D6A6978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2849E-B3DB-1F3A-5783-9AEC87A1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AC660-71D7-6856-0B89-730D1441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2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C88B-BE8D-5C44-6F42-E3090B0D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064D3-CCB4-557D-B458-64509CE19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F72FA-6E95-CFCE-66C3-312588F2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0DFB-687D-E560-CEBC-1B3BDDF2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1BBD1-1167-01AB-8A9C-3B4E1ED3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2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BA4F2-9BC5-7100-D490-DCF24B8C8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9A2E9-D17F-0856-C099-917869625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2038-FF0B-F20E-6340-2FE9EC88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1116F-DBE6-E34F-6C45-BF7B7173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8AF5B-C239-7762-2131-09A87EB4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6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808B7A-3E52-D013-45B8-D7D84F147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497C-59F6-0F26-83ED-AD2C43FC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011C8-A8D8-7630-A643-6F08BC27B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D69CF-4D6F-4BD3-B9C8-642ACE2CA00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D0BAB-1B5D-924F-9104-03E4BE8B6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4385C-5CE7-2D8D-8FF7-FF15DBB36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F46E2-6140-47CE-8C25-698B0E67A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5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DFAD-97C3-780A-42E7-0425C06AA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17586-AE39-3645-51FD-6857B7EDC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artoon of kids and a blue background&#10;&#10;AI-generated content may be incorrect.">
            <a:extLst>
              <a:ext uri="{FF2B5EF4-FFF2-40B4-BE49-F238E27FC236}">
                <a16:creationId xmlns:a16="http://schemas.microsoft.com/office/drawing/2014/main" id="{A7DAAF2F-026C-9F14-26A9-8F7D9F19A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D39FDE-656F-5959-151F-E2D5A75B2188}"/>
              </a:ext>
            </a:extLst>
          </p:cNvPr>
          <p:cNvSpPr txBox="1"/>
          <p:nvPr/>
        </p:nvSpPr>
        <p:spPr>
          <a:xfrm>
            <a:off x="2958737" y="2728351"/>
            <a:ext cx="6283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KHOA CÔNG NGHỆ THÔNG TIN </a:t>
            </a:r>
          </a:p>
        </p:txBody>
      </p:sp>
    </p:spTree>
    <p:extLst>
      <p:ext uri="{BB962C8B-B14F-4D97-AF65-F5344CB8AC3E}">
        <p14:creationId xmlns:p14="http://schemas.microsoft.com/office/powerpoint/2010/main" val="78100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8D06CF55-D526-7490-08CB-0A2CC8700787}"/>
              </a:ext>
            </a:extLst>
          </p:cNvPr>
          <p:cNvGrpSpPr/>
          <p:nvPr/>
        </p:nvGrpSpPr>
        <p:grpSpPr>
          <a:xfrm>
            <a:off x="1846232" y="303439"/>
            <a:ext cx="8499536" cy="5833110"/>
            <a:chOff x="1502238" y="346715"/>
            <a:chExt cx="8499536" cy="583311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EE79097-3EB8-D976-5E94-D3C2614AB3B6}"/>
                </a:ext>
              </a:extLst>
            </p:cNvPr>
            <p:cNvSpPr/>
            <p:nvPr/>
          </p:nvSpPr>
          <p:spPr>
            <a:xfrm>
              <a:off x="4848500" y="346715"/>
              <a:ext cx="2403565" cy="10972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TRƯỞNG KHOA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6C37C8-CD29-2491-80CB-403614A04467}"/>
                </a:ext>
              </a:extLst>
            </p:cNvPr>
            <p:cNvCxnSpPr/>
            <p:nvPr/>
          </p:nvCxnSpPr>
          <p:spPr>
            <a:xfrm>
              <a:off x="5913120" y="1443995"/>
              <a:ext cx="0" cy="2087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3E420DF-E1DD-0B21-8365-F0537338AAC1}"/>
                </a:ext>
              </a:extLst>
            </p:cNvPr>
            <p:cNvCxnSpPr/>
            <p:nvPr/>
          </p:nvCxnSpPr>
          <p:spPr>
            <a:xfrm>
              <a:off x="4145280" y="2468880"/>
              <a:ext cx="3200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85DD6A-2CA9-CCE6-7439-DB1ABDD0B61B}"/>
                </a:ext>
              </a:extLst>
            </p:cNvPr>
            <p:cNvSpPr/>
            <p:nvPr/>
          </p:nvSpPr>
          <p:spPr>
            <a:xfrm>
              <a:off x="7119249" y="1965967"/>
              <a:ext cx="2438399" cy="10439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PHÓ KHOA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4283AD-98C2-3769-4370-0FBE32CEC77E}"/>
                </a:ext>
              </a:extLst>
            </p:cNvPr>
            <p:cNvSpPr/>
            <p:nvPr/>
          </p:nvSpPr>
          <p:spPr>
            <a:xfrm>
              <a:off x="2109660" y="1965967"/>
              <a:ext cx="2738840" cy="10439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PHÓ KHOA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BD9D27A-E907-FC46-A448-31228238D6AA}"/>
                </a:ext>
              </a:extLst>
            </p:cNvPr>
            <p:cNvCxnSpPr/>
            <p:nvPr/>
          </p:nvCxnSpPr>
          <p:spPr>
            <a:xfrm>
              <a:off x="2577756" y="3562355"/>
              <a:ext cx="6150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C3582E-9949-A1C6-BE1B-D3EB2D1D19AB}"/>
                </a:ext>
              </a:extLst>
            </p:cNvPr>
            <p:cNvCxnSpPr/>
            <p:nvPr/>
          </p:nvCxnSpPr>
          <p:spPr>
            <a:xfrm>
              <a:off x="2577756" y="3531875"/>
              <a:ext cx="0" cy="12344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A1014ED-E9B8-6298-CA1D-3ED2FD9B0481}"/>
                </a:ext>
              </a:extLst>
            </p:cNvPr>
            <p:cNvCxnSpPr/>
            <p:nvPr/>
          </p:nvCxnSpPr>
          <p:spPr>
            <a:xfrm>
              <a:off x="8728176" y="3531875"/>
              <a:ext cx="0" cy="11125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AD29E42-AC6C-5D7D-59B9-7C29CB1CB3A6}"/>
                </a:ext>
              </a:extLst>
            </p:cNvPr>
            <p:cNvSpPr/>
            <p:nvPr/>
          </p:nvSpPr>
          <p:spPr>
            <a:xfrm>
              <a:off x="1502238" y="4508867"/>
              <a:ext cx="1976842" cy="152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TRƯỞNG BỘ MÔN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8B2260-D9FA-B0BB-AD6F-E2F786D94656}"/>
                </a:ext>
              </a:extLst>
            </p:cNvPr>
            <p:cNvSpPr/>
            <p:nvPr/>
          </p:nvSpPr>
          <p:spPr>
            <a:xfrm>
              <a:off x="8024932" y="4655830"/>
              <a:ext cx="1976842" cy="152399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TRƯỞNG BỘ MÔN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4D9185A-DDBD-DE60-DAE1-A38B27E67A64}"/>
                </a:ext>
              </a:extLst>
            </p:cNvPr>
            <p:cNvCxnSpPr>
              <a:cxnSpLocks/>
            </p:cNvCxnSpPr>
            <p:nvPr/>
          </p:nvCxnSpPr>
          <p:spPr>
            <a:xfrm>
              <a:off x="5913120" y="3531875"/>
              <a:ext cx="0" cy="12344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688D04-8B9D-5D03-1958-6A2875D69CD2}"/>
                </a:ext>
              </a:extLst>
            </p:cNvPr>
            <p:cNvSpPr/>
            <p:nvPr/>
          </p:nvSpPr>
          <p:spPr>
            <a:xfrm>
              <a:off x="5185970" y="4529547"/>
              <a:ext cx="1789581" cy="15033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TRƯỞNG BỘ MÔN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DA47477-F5B0-A095-1743-0AF4092C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460335" cy="8398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CẤU TỔ CHỨC</a:t>
            </a:r>
          </a:p>
        </p:txBody>
      </p:sp>
    </p:spTree>
    <p:extLst>
      <p:ext uri="{BB962C8B-B14F-4D97-AF65-F5344CB8AC3E}">
        <p14:creationId xmlns:p14="http://schemas.microsoft.com/office/powerpoint/2010/main" val="420486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CƠ CẤU TỔ CHỨC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2025-12-05T07:22:38Z</dcterms:created>
  <dcterms:modified xsi:type="dcterms:W3CDTF">2025-12-05T08:37:14Z</dcterms:modified>
</cp:coreProperties>
</file>