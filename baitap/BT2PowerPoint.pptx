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EB10-347E-78C1-CBDE-B9B4ACB73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2AFE9-E690-193F-2B5E-26007AFAE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5608B-6DA6-C1BF-0D2B-614D182F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64A38-3E5D-90E8-1814-3C890339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472F8-545F-7879-CF33-6C16F536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1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2E2A-0C75-D995-AA20-667520DC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5812-4765-5874-5110-361BF6CDF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0E8C-C650-F57D-4AA5-8169D852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3DA6D-3D7F-B940-7B55-BA493E10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4FBA-853C-4D32-CF07-583EEAA3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1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78A6-D0E0-0B6C-C42B-074DC039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6D833-F5A3-7E33-6A4E-4DA36C04C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492A3-3D96-653F-FB42-CBA15156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1CAB0-585F-AB3C-E223-69AD56D1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CA3DE-839E-1814-97F9-B1050C7D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8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828E-4E25-C078-5241-EB253A6C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526F0-2AFB-6B3F-1DE6-D550B9045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6D5D7-EC41-DB57-DB38-F2906C894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32538-DA18-9DE9-D631-DE165CBD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CB33F-3FD3-7D55-C7B0-5783C0C2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E03A0-3B67-CA32-4059-32E4AC25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4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C4B7-40E3-B843-D880-DEA967FB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B0C48-DEF9-09B5-F859-FF51E1799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A07DB-5421-372D-44A7-CC3FDE852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84040-357A-05D5-3BC3-612EF323F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61AB28-5F6A-BB4C-B668-23A9A6F74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5770B-A77C-238C-CB1A-AAD910F5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B7007-1644-3DCF-8D87-FAA0078A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B15EA-842F-DBE9-4AFC-583D6AAF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9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C4EF-7443-EFB3-9C4E-5798F57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EB314-1E68-003F-3D3D-9B734C756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33F5C-6296-59DA-7F46-194B2075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DBC37-7C21-5B4B-6DA5-23709A9D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E5607-19EB-D86F-5DDB-DBAAF08A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15FA6-AB84-D561-5863-A32828FD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5E9A-B710-806D-8624-B627F3CB0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3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9D0F-CE3C-C739-43D2-7BF1CC4C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89145-DC86-D26E-FA28-E514509C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EE1CC-88A6-4712-DFBF-28356723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6C6B7-3588-6CB1-7953-DFF25B6E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8DB88-D2AE-D3A6-A5E2-3C071A43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51D2B-4983-C454-E7D0-8CD1C6FE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8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6851-64B3-25EE-0D86-241D46A8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38CE2-3B20-AEAC-6B1B-0D2BD65F1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8830B-01CE-059A-6735-F8FD12A57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906B4-8D56-431E-5D8A-2473CE85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F3AFE-C362-333A-3002-178DEAE9C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BE51A-14FE-F37D-35CD-E362B5E4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1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B035-E77F-9ABB-78B7-08B8960B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0B67D-6471-8381-3E14-F0E006DAD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6D584-3985-E48F-CC55-73937BA9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E519-E1D2-49D1-DC4F-066945848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122FD-B025-C427-FE57-9F1471D6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66034-D8D8-EEFA-8675-9C10ACF0C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0ED6A-A328-2F5D-731C-239716207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31D1A-B592-137B-4FAE-18DBE583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E6525-4F97-76AC-B90A-0FB0B4A2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14C8A-5837-5E0A-07E7-A45EDE62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2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F2D55-FC33-6E3C-4771-38D18B98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FFCC9-F20A-671E-85D7-ECB9A1152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C9536-71D3-FC68-8CD0-4DFE62A91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4BE47-D7EF-4F22-9EA9-6E3490C7B94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8F45B-CA88-733B-5133-3289677A7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740C3-A67E-4203-1829-62816A955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C9E21-2F2C-44F2-8F68-535065C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64A9-E494-32C7-1C6D-8BDE74DA9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Ý NGHĨA CỦA CUỘC SỐNG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FF26-793F-696B-21BB-8411C75D7D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hlinkClick r:id="rId2" action="ppaction://hlinksldjump"/>
              </a:rPr>
              <a:t>Ngạn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ngữ</a:t>
            </a:r>
            <a:r>
              <a:rPr lang="en-US" dirty="0">
                <a:hlinkClick r:id="rId2" action="ppaction://hlinksldjump"/>
              </a:rPr>
              <a:t> Ả </a:t>
            </a:r>
            <a:r>
              <a:rPr lang="en-US" dirty="0" err="1">
                <a:hlinkClick r:id="rId2" action="ppaction://hlinksldjump"/>
              </a:rPr>
              <a:t>Rập</a:t>
            </a:r>
            <a:endParaRPr lang="en-US" dirty="0"/>
          </a:p>
          <a:p>
            <a:r>
              <a:rPr lang="en-US" dirty="0" err="1">
                <a:hlinkClick r:id="rId3" action="ppaction://hlinksldjump"/>
              </a:rPr>
              <a:t>Ngạn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err="1">
                <a:hlinkClick r:id="rId3" action="ppaction://hlinksldjump"/>
              </a:rPr>
              <a:t>ngữ</a:t>
            </a:r>
            <a:r>
              <a:rPr lang="en-US" dirty="0">
                <a:hlinkClick r:id="rId3" action="ppaction://hlinksldjump"/>
              </a:rPr>
              <a:t> la </a:t>
            </a:r>
            <a:r>
              <a:rPr lang="en-US" dirty="0" err="1">
                <a:hlinkClick r:id="rId3" action="ppaction://hlinksldjump"/>
              </a:rPr>
              <a:t>tinh</a:t>
            </a:r>
            <a:endParaRPr lang="en-US" dirty="0"/>
          </a:p>
          <a:p>
            <a:r>
              <a:rPr lang="en-US" dirty="0" err="1">
                <a:hlinkClick r:id="rId4" action="ppaction://hlinksldjump"/>
              </a:rPr>
              <a:t>Ngạn</a:t>
            </a:r>
            <a:r>
              <a:rPr lang="en-US" dirty="0">
                <a:hlinkClick r:id="rId4" action="ppaction://hlinksldjump"/>
              </a:rPr>
              <a:t> </a:t>
            </a:r>
            <a:r>
              <a:rPr lang="en-US" dirty="0" err="1">
                <a:hlinkClick r:id="rId4" action="ppaction://hlinksldjump"/>
              </a:rPr>
              <a:t>ngữ</a:t>
            </a:r>
            <a:r>
              <a:rPr lang="en-US" dirty="0">
                <a:hlinkClick r:id="rId4" action="ppaction://hlinksldjump"/>
              </a:rPr>
              <a:t> </a:t>
            </a:r>
            <a:r>
              <a:rPr lang="en-US" dirty="0" err="1">
                <a:hlinkClick r:id="rId4" action="ppaction://hlinksldjump"/>
              </a:rPr>
              <a:t>Nhật</a:t>
            </a:r>
            <a:r>
              <a:rPr lang="en-US" dirty="0">
                <a:hlinkClick r:id="rId4" action="ppaction://hlinksldjump"/>
              </a:rPr>
              <a:t> </a:t>
            </a:r>
            <a:r>
              <a:rPr lang="en-US" dirty="0" err="1">
                <a:hlinkClick r:id="rId4" action="ppaction://hlinksldjump"/>
              </a:rPr>
              <a:t>Bản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92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40BB-F9FA-CA5E-E13C-F44A676E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dirty="0" err="1"/>
              <a:t>Ngạn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Ả </a:t>
            </a:r>
            <a:r>
              <a:rPr lang="en-US" dirty="0" err="1"/>
              <a:t>Rập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			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1F3BF-ACAB-C05E-F11B-74157665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khuyên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trên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. Sau </a:t>
            </a:r>
            <a:r>
              <a:rPr lang="en-US" dirty="0" err="1"/>
              <a:t>đó</a:t>
            </a:r>
            <a:r>
              <a:rPr lang="en-US" dirty="0"/>
              <a:t> ,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khuyên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mình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86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58DF-31CE-7FAA-3157-0F0B883D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dirty="0" err="1"/>
              <a:t>Ngạn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la </a:t>
            </a:r>
            <a:r>
              <a:rPr lang="en-US" dirty="0" err="1"/>
              <a:t>tinh</a:t>
            </a:r>
            <a:br>
              <a:rPr lang="en-US" dirty="0"/>
            </a:br>
            <a:r>
              <a:rPr lang="en-US" dirty="0"/>
              <a:t>				</a:t>
            </a:r>
            <a:r>
              <a:rPr lang="en-US" dirty="0">
                <a:sym typeface="Wingdings" panose="05000000000000000000" pitchFamily="2" charset="2"/>
              </a:rPr>
              <a:t>	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F4D9C-60E2-96C0-247E-C5E6E9A9D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bao </a:t>
            </a:r>
            <a:r>
              <a:rPr lang="en-US" dirty="0" err="1"/>
              <a:t>giờ</a:t>
            </a:r>
            <a:r>
              <a:rPr lang="en-US" dirty="0"/>
              <a:t> xa</a:t>
            </a:r>
          </a:p>
        </p:txBody>
      </p:sp>
    </p:spTree>
    <p:extLst>
      <p:ext uri="{BB962C8B-B14F-4D97-AF65-F5344CB8AC3E}">
        <p14:creationId xmlns:p14="http://schemas.microsoft.com/office/powerpoint/2010/main" val="103738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D7BF-6654-9D46-D4C7-C79A6BA2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dirty="0" err="1"/>
              <a:t>Ngạn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bản</a:t>
            </a:r>
            <a:br>
              <a:rPr lang="en-US" dirty="0"/>
            </a:br>
            <a:r>
              <a:rPr lang="en-US" dirty="0"/>
              <a:t>				</a:t>
            </a:r>
            <a:r>
              <a:rPr lang="en-US" dirty="0">
                <a:sym typeface="Wingdings" panose="05000000000000000000" pitchFamily="2" charset="2"/>
              </a:rPr>
              <a:t>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8AA41-7FB7-553A-076E-6E19CEFF9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>
                <a:sym typeface="Wingdings" panose="05000000000000000000" pitchFamily="2" charset="2"/>
              </a:rPr>
              <a:t>Không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minh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nói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lời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phù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0" indent="0" algn="ctr">
              <a:buNone/>
            </a:pPr>
            <a:r>
              <a:rPr lang="en-US" dirty="0" err="1">
                <a:sym typeface="Wingdings" panose="05000000000000000000" pitchFamily="2" charset="2"/>
              </a:rPr>
              <a:t>Không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khôn</a:t>
            </a:r>
            <a:r>
              <a:rPr lang="en-US" dirty="0">
                <a:sym typeface="Wingdings" panose="05000000000000000000" pitchFamily="2" charset="2"/>
              </a:rPr>
              <a:t> Ngoan </a:t>
            </a:r>
            <a:r>
              <a:rPr lang="en-US" dirty="0" err="1">
                <a:sym typeface="Wingdings" panose="05000000000000000000" pitchFamily="2" charset="2"/>
              </a:rPr>
              <a:t>để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lặng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0" indent="0" algn="ctr">
              <a:buNone/>
            </a:pPr>
            <a:r>
              <a:rPr lang="en-US" dirty="0" err="1">
                <a:sym typeface="Wingdings" panose="05000000000000000000" pitchFamily="2" charset="2"/>
              </a:rPr>
              <a:t>Đó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nguyên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nhân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mọi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sự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thua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Ý NGHĨA CỦA CUỘC SỐNG </vt:lpstr>
      <vt:lpstr>   Ngạn ngữ Ả Rập     </vt:lpstr>
      <vt:lpstr>   Ngạn ngữ la tinh       </vt:lpstr>
      <vt:lpstr>   Ngạn ngữ nhật bản     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2025-12-05T07:13:45Z</dcterms:created>
  <dcterms:modified xsi:type="dcterms:W3CDTF">2025-12-05T08:37:22Z</dcterms:modified>
</cp:coreProperties>
</file>