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0" r:id="rId2"/>
    <p:sldMasterId id="2147483677" r:id="rId3"/>
    <p:sldMasterId id="2147483703" r:id="rId4"/>
  </p:sldMasterIdLst>
  <p:sldIdLst>
    <p:sldId id="256" r:id="rId5"/>
    <p:sldId id="257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8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08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03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84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35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09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808BF-F895-6BDC-3EE0-B29FE2ED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EADC03-657B-FFB0-5B4F-3D9631AE5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0701CB-61C4-8BD4-D6D9-7ECCD9826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15AE6-E0AC-786E-0384-855B1B2B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77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925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72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64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496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37811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05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08971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887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11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143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9A110-45A0-E76D-367F-048325337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706BA-6777-3487-A046-4E541D3C8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AC6D9-6055-EA89-554B-9B495399B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0696C-4C2D-FAC6-30F6-4A6858315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E1F75-52DF-63F4-45C2-1FBAD102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44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2CAD7-0724-1BF8-FF84-C1296F0C8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6B7F9-5331-C3C0-FD3A-2858BF4E8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16D40-8EF3-B098-6AD3-E00AF63A3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6152F-B0B3-F349-F518-04F44F189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A6B61-95FC-D9D2-9276-AA5491106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791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EF37B-58B5-C582-30D0-4AD4FC09F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AAE06-1393-FD6C-52E8-65B24BEBD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FA525-434B-1E5F-1251-94BD60D2B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27074-8CAA-9DDE-93C4-0064CF190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C56D6-7102-BE68-B3A8-9391BC960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10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8B9BD-D9C9-863A-B4A9-F314A16FF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9660C-6E4A-B97E-8613-A55A8278F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31002-1A21-8924-F176-8E2A32B4B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1B952-F618-5FB4-F069-179E635BF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11705-634A-F807-8D13-5F1D99FDF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CA39B-D413-FF11-12E8-3BE1F2582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10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E57B4-459D-C0B8-002C-D99E540A1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5DCDF-98FD-4701-44AA-D0502E527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A9ED0-46EE-35CC-50C3-14CC99E6B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DB478F-5DB8-895D-28F0-3EE1EB0F0A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B607D9-0B0E-33BD-047E-D657E33DF2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F514DE-651E-1FB8-B1A9-9BDD4BC41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D89B22-60DA-F5BF-B202-952C6A257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DB094-98F6-C18B-543B-89CCB82D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163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7795-06AA-56B9-9840-881050359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A80088-41EE-0368-DA93-9495D3C6F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167BE-1B37-0C43-D572-B320ABC18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29F4C-97B3-E37B-A5C4-462F9B16D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399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EF6330-E498-8617-9CB5-1A60FB8AF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3505FC-C583-AF1A-97BE-402B582DB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FDA60-BD68-07CD-F3C0-3FCD13C49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7198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1F27-114E-39F4-20F2-A920AF8FD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663BE-2D03-F63C-98FD-297C8C741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C5269-EC6B-163E-F672-AE99AFE9A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7175B-9A63-7148-2FAF-521BAE500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3BEC9-EF5F-B851-7031-6FD1106C0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FD39C-2672-5C1E-2180-1F75E9AFD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49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A91F4-9010-6D3B-726C-F0C775375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72D56A-79F3-E2EB-D7B6-6D0F380286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73C0A-5042-90D1-EF9F-44B7887A48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2A206-8CA3-1845-07B7-C436E2773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87DD7-D159-140A-B115-45EBFE9F8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A2DB5-8E69-2CDA-036E-6565A254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698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AFA3F-655E-1BF3-50B5-D4E98CDA7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BF0C45-21F2-0AF8-1F4E-6D342FB44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DE231-C2BB-9C13-E9FD-E781AE66D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1EA7E-949D-A5C8-9C95-A106FCE43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7501-BA12-2D01-75E8-31FEB7B84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91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14E374-CB21-322D-7D34-CA5342354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F69EA-074B-5F6D-4ECE-E898A537F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19E67-2E06-921A-02C7-73F5301D3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F3961-E27D-08C1-A68C-AF55FD979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4352E-5136-B55B-3410-ACAB1664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3414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65934-C57B-13E7-5760-B6F7C4E5A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F16318-F0DF-BE4F-9DED-5D2521EFF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BEEEB-DB6D-C328-B8E2-15E048315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D59A9F-D2F4-E0BC-E95A-3B913BC8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508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7619-890F-7E86-C6E3-6E871F2BA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0B7DF-B8EF-37F5-29A1-36C413B14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6FD69-A64F-861D-B641-EFA13815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DB29-9DBB-4E40-82D2-280B7D02722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5C2EA-F8B5-7293-501E-440F5554F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19A1D-81E6-6DE6-705D-04418B258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97A6-5CBF-4E40-AEF9-22F4DD104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800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468B8-5AF5-931F-EA1D-B5628E58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2C583-1C64-23B9-1733-3CC22C7E0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46304-E4E3-7267-AFBF-6433A5F08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DB29-9DBB-4E40-82D2-280B7D02722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CB069-5DA1-BB30-9820-6D4FB6AF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868B9-7D47-7171-7D97-010112AC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97A6-5CBF-4E40-AEF9-22F4DD104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696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24BD5-FA18-BCA5-2AAD-9E43216F5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3991A-21F8-B811-CAE1-F67DC142A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AB337-170B-E709-0D05-BBBE979DD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DB29-9DBB-4E40-82D2-280B7D02722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E6BDD-8824-3190-DB1E-D0F7A470D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E1102-C16A-3CF9-77D7-0C08C329E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97A6-5CBF-4E40-AEF9-22F4DD104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4921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B4282-54D8-8D01-8163-ACA2D09D8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59534-DB2C-6DCC-9878-680CFE5951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8690B-3386-2201-81FA-9B3B05C91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CDD47-303A-D776-05D7-12851F781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DB29-9DBB-4E40-82D2-280B7D02722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8B5CB-FB41-7EBF-EB11-048700E77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FB6B1-B95F-37A2-49F9-9EF5BBD1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97A6-5CBF-4E40-AEF9-22F4DD104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775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38A5C-C427-0103-16FB-BD0667A7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C4363-D6CA-312F-5784-C135C4171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25AEA-593E-D0BE-DA29-4081ADF9F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FC270C-BBFE-BEBF-F414-6C30361AE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581126-7071-FD19-20B7-128ECEB81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8FCEFC-EC1E-1ABE-3F06-F0FF9E1F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DB29-9DBB-4E40-82D2-280B7D02722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FD55A3-91CE-A7CB-CD98-81F2304B3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7C3660-73F8-E106-EEB3-05F0BB58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97A6-5CBF-4E40-AEF9-22F4DD104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869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879FD-BA93-7D09-A191-70BA84B33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54873-A1AE-760C-97D7-E24CAE8A2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DB29-9DBB-4E40-82D2-280B7D02722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6A5B4-55D3-354B-1B9D-229251B97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C30765-8C81-7717-E031-D579E74EA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97A6-5CBF-4E40-AEF9-22F4DD104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00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35B27-53EA-CE39-0A60-A9FB85DA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DB29-9DBB-4E40-82D2-280B7D02722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01D4FC-4388-BC9E-C064-86155792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A60C2-0D14-A280-7115-BF7AF0D4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97A6-5CBF-4E40-AEF9-22F4DD104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123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8E27-C4CD-28C1-310B-AF0EEE33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571A2-ABC9-8DA4-403D-BB78A937A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DDC42-2B1C-0C5E-1F92-B01B716CD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C0CCC-F58B-C1CB-BDCC-C71F4A85E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DB29-9DBB-4E40-82D2-280B7D02722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5EC60-5C8A-03A7-0A7C-47BB7FE0B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F7F53-F836-FA08-568F-9130E9484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97A6-5CBF-4E40-AEF9-22F4DD104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221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3DCE-72D2-BDF4-AD3F-0ECF9C8AB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45E84A-1307-4F1A-3296-53F11F0F7F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888162-FEEA-AE27-423A-A5880FEC4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7E37D-A0AB-630E-2CE2-29454B1A9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DB29-9DBB-4E40-82D2-280B7D02722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756B6-2D20-2D43-9672-61D2AC252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BAF00-BC30-91C2-4286-6FFC35B59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97A6-5CBF-4E40-AEF9-22F4DD104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348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A53F-D74E-6D70-FC3E-57D8C3A7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AEF83-8236-2B85-3F6E-EC79C6F0E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9A807-5673-00C9-C746-8D47DDC4F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DB29-9DBB-4E40-82D2-280B7D02722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A6147-B7BC-0BF4-8E7B-6841D5FFF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547AE-C317-3F52-4F67-8FC73028F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97A6-5CBF-4E40-AEF9-22F4DD104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212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38452C-567D-6DC4-AC07-922A95869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C478D-9B2F-4171-2646-34A1DCE6A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A1234-1B75-5D4A-442E-F35CC218D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DB29-9DBB-4E40-82D2-280B7D02722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742E9-F5D3-BD6E-2737-BBC776A1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DB057-ECA7-06B4-54B7-B7BB1C4B0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97A6-5CBF-4E40-AEF9-22F4DD104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494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522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701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195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28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699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664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9958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529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086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407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58803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1701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741425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865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3551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5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16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89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F7A91F-9969-2CA8-316F-BD258AAF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B7290-0F10-1F25-CEEE-E79BBE0CC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8E64E-2BC8-63C6-046D-890BABEF10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CE331B-081F-49AD-93B5-B2EFC1054F2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BEC43-6D45-6723-034B-EB33EC1CA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B0D91-4EC3-8CDA-D385-AC88DC651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C38057-B704-46D6-8285-C08F85B5D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56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7A6686-23AE-AF6A-7FC5-247A27E2E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45F75-18D4-3866-B80C-5A2209723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CA17C-116D-40A0-09C4-4A61E5DB64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ADB29-9DBB-4E40-82D2-280B7D02722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56DE0-43A9-B80D-5B0A-5905A8E49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2B635-51FC-9369-1F73-11461BC35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6B97A6-5CBF-4E40-AEF9-22F4DD104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118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E3256-4DC2-42C5-BDCC-F3CA1426CB30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816812B-0410-42B8-A37B-E7E280174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6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B301-6C68-3E21-4C00-FC030AF5BA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KỶ LUẬT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DBAA0-49B3-C1CF-75A8-F31620934E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CHÌA KHÓA ĐỂ THÀNH CÔNG</a:t>
            </a:r>
          </a:p>
        </p:txBody>
      </p:sp>
    </p:spTree>
    <p:extLst>
      <p:ext uri="{BB962C8B-B14F-4D97-AF65-F5344CB8AC3E}">
        <p14:creationId xmlns:p14="http://schemas.microsoft.com/office/powerpoint/2010/main" val="225855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9150E-B8BA-A03D-98CA-F0208F5A6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perspectiveContrastingRightFacing"/>
              <a:lightRig rig="threePt" dir="t"/>
            </a:scene3d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Kỷ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0DD4C-96A0-F129-D978-2BAC555EF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16573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 </a:t>
            </a:r>
            <a:r>
              <a:rPr lang="en-US" dirty="0" err="1">
                <a:sym typeface="Wingdings" panose="05000000000000000000" pitchFamily="2" charset="2"/>
              </a:rPr>
              <a:t>Dậy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sớm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để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rèn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luyện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thể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lực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sức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khỏe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</a:t>
            </a:r>
            <a:r>
              <a:rPr lang="en-US" dirty="0" err="1">
                <a:sym typeface="Wingdings" panose="05000000000000000000" pitchFamily="2" charset="2"/>
              </a:rPr>
              <a:t>Từ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chối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được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những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cám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dỗ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làm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mất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thời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gian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tiền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bạc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pPr>
              <a:buFont typeface="Wingdings" panose="05000000000000000000" pitchFamily="2" charset="2"/>
              <a:buChar char="&amp;"/>
            </a:pPr>
            <a:r>
              <a:rPr lang="en-US" dirty="0" err="1">
                <a:sym typeface="Wingdings" panose="05000000000000000000" pitchFamily="2" charset="2"/>
              </a:rPr>
              <a:t>Quyết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tâm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thực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hiện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đúng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kế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hoạch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đề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ra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bỏ</a:t>
            </a:r>
            <a:r>
              <a:rPr lang="en-US" dirty="0">
                <a:sym typeface="Wingdings" panose="05000000000000000000" pitchFamily="2" charset="2"/>
              </a:rPr>
              <a:t> qua </a:t>
            </a:r>
            <a:r>
              <a:rPr lang="en-US" dirty="0" err="1">
                <a:sym typeface="Wingdings" panose="05000000000000000000" pitchFamily="2" charset="2"/>
              </a:rPr>
              <a:t>nỗi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sợ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hãi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thất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bại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ym typeface="Wingdings" panose="05000000000000000000" pitchFamily="2" charset="2"/>
              </a:rPr>
              <a:t>Kích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thích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được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não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bộ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hoạt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động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nhiều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hơn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ym typeface="Wingdings" panose="05000000000000000000" pitchFamily="2" charset="2"/>
              </a:rPr>
              <a:t>Phát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huy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được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tiềm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năng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ym typeface="Wingdings" panose="05000000000000000000" pitchFamily="2" charset="2"/>
              </a:rPr>
              <a:t>Phát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triển</a:t>
            </a:r>
            <a:r>
              <a:rPr lang="en-US" dirty="0">
                <a:sym typeface="Wingdings" panose="05000000000000000000" pitchFamily="2" charset="2"/>
              </a:rPr>
              <a:t> xa </a:t>
            </a:r>
            <a:r>
              <a:rPr lang="en-US" dirty="0" err="1">
                <a:sym typeface="Wingdings" panose="05000000000000000000" pitchFamily="2" charset="2"/>
              </a:rPr>
              <a:t>hơn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thành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công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hơn</a:t>
            </a:r>
            <a:r>
              <a:rPr lang="en-US" dirty="0">
                <a:sym typeface="Wingdings" panose="05000000000000000000" pitchFamily="2" charset="2"/>
              </a:rPr>
              <a:t>. 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8" name="Picture 7" descr="A clock on a wall&#10;&#10;AI-generated content may be incorrect.">
            <a:extLst>
              <a:ext uri="{FF2B5EF4-FFF2-40B4-BE49-F238E27FC236}">
                <a16:creationId xmlns:a16="http://schemas.microsoft.com/office/drawing/2014/main" id="{2971BA89-0DE3-A802-9E18-E2F9206B6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5" y="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1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0DBE-3783-708C-1478-8AF9B0B03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4894" y="1107002"/>
            <a:ext cx="8915399" cy="2262781"/>
          </a:xfrm>
        </p:spPr>
        <p:txBody>
          <a:bodyPr>
            <a:prstTxWarp prst="textArchUp">
              <a:avLst/>
            </a:prstTxWarp>
            <a:normAutofit/>
          </a:bodyPr>
          <a:lstStyle/>
          <a:p>
            <a:pPr algn="ctr"/>
            <a:r>
              <a:rPr lang="en-US" sz="5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Rèn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kỷ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endParaRPr lang="en-US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D84997-011A-182A-D6DC-7AA8276127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A8F68E-AD9B-C76E-7CDB-E42105002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684556"/>
              </p:ext>
            </p:extLst>
          </p:nvPr>
        </p:nvGraphicFramePr>
        <p:xfrm>
          <a:off x="2323403" y="2238392"/>
          <a:ext cx="8128000" cy="2243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969">
                  <a:extLst>
                    <a:ext uri="{9D8B030D-6E8A-4147-A177-3AD203B41FA5}">
                      <a16:colId xmlns:a16="http://schemas.microsoft.com/office/drawing/2014/main" val="791625511"/>
                    </a:ext>
                  </a:extLst>
                </a:gridCol>
                <a:gridCol w="6010031">
                  <a:extLst>
                    <a:ext uri="{9D8B030D-6E8A-4147-A177-3AD203B41FA5}">
                      <a16:colId xmlns:a16="http://schemas.microsoft.com/office/drawing/2014/main" val="1701920846"/>
                    </a:ext>
                  </a:extLst>
                </a:gridCol>
              </a:tblGrid>
              <a:tr h="373966">
                <a:tc>
                  <a:txBody>
                    <a:bodyPr/>
                    <a:lstStyle/>
                    <a:p>
                      <a:r>
                        <a:rPr lang="en-US" dirty="0"/>
                        <a:t>STT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Mô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tả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60699"/>
                  </a:ext>
                </a:extLst>
              </a:tr>
              <a:tr h="37396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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Tự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nhận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thức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686225"/>
                  </a:ext>
                </a:extLst>
              </a:tr>
              <a:tr h="373966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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Nhận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thức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có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ý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thức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142083"/>
                  </a:ext>
                </a:extLst>
              </a:tr>
              <a:tr h="373966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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Quyết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tâm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áp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dụng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kỷ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luật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898153"/>
                  </a:ext>
                </a:extLst>
              </a:tr>
              <a:tr h="373966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 Can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đảm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104936"/>
                  </a:ext>
                </a:extLst>
              </a:tr>
              <a:tr h="373966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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Tự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hướng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dẫn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bản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thân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040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714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</TotalTime>
  <Words>121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Aptos</vt:lpstr>
      <vt:lpstr>Aptos Display</vt:lpstr>
      <vt:lpstr>Arial</vt:lpstr>
      <vt:lpstr>Century Gothic</vt:lpstr>
      <vt:lpstr>Times New Roman</vt:lpstr>
      <vt:lpstr>Trebuchet MS</vt:lpstr>
      <vt:lpstr>Wingdings</vt:lpstr>
      <vt:lpstr>Wingdings 3</vt:lpstr>
      <vt:lpstr>Facet</vt:lpstr>
      <vt:lpstr>1_Custom Design</vt:lpstr>
      <vt:lpstr>Custom Design</vt:lpstr>
      <vt:lpstr>Wisp</vt:lpstr>
      <vt:lpstr>KỶ LUẬT</vt:lpstr>
      <vt:lpstr>Kỷ luật là khi…</vt:lpstr>
      <vt:lpstr>Rèn luyện tính kỷ luật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3</cp:revision>
  <dcterms:created xsi:type="dcterms:W3CDTF">2025-12-05T07:44:23Z</dcterms:created>
  <dcterms:modified xsi:type="dcterms:W3CDTF">2025-12-05T08:37:09Z</dcterms:modified>
</cp:coreProperties>
</file>