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4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9" r:id="rId2"/>
    <p:sldMasterId id="2147483713" r:id="rId3"/>
    <p:sldMasterId id="2147483762" r:id="rId4"/>
    <p:sldMasterId id="2147483780" r:id="rId5"/>
  </p:sldMasterIdLst>
  <p:sldIdLst>
    <p:sldId id="256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F5A6B-AF62-4B98-9D62-2F971BC585C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7F25-8DB7-4300-ACCE-CB4A15BE8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136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F5A6B-AF62-4B98-9D62-2F971BC585C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7F25-8DB7-4300-ACCE-CB4A15BE8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515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F5A6B-AF62-4B98-9D62-2F971BC585C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7F25-8DB7-4300-ACCE-CB4A15BE8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416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F5A6B-AF62-4B98-9D62-2F971BC585C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7F25-8DB7-4300-ACCE-CB4A15BE8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989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F5A6B-AF62-4B98-9D62-2F971BC585C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7F25-8DB7-4300-ACCE-CB4A15BE8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712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F5A6B-AF62-4B98-9D62-2F971BC585C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7F25-8DB7-4300-ACCE-CB4A15BE8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514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F5A6B-AF62-4B98-9D62-2F971BC585C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7F25-8DB7-4300-ACCE-CB4A15BE8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651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F5A6B-AF62-4B98-9D62-2F971BC585C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7F25-8DB7-4300-ACCE-CB4A15BE8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935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F5A6B-AF62-4B98-9D62-2F971BC585C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7F25-8DB7-4300-ACCE-CB4A15BE8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16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F5A6B-AF62-4B98-9D62-2F971BC585C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7F25-8DB7-4300-ACCE-CB4A15BE8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121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F5A6B-AF62-4B98-9D62-2F971BC585C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7F25-8DB7-4300-ACCE-CB4A15BE8F32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041594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F5A6B-AF62-4B98-9D62-2F971BC585C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7F25-8DB7-4300-ACCE-CB4A15BE8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3996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F5A6B-AF62-4B98-9D62-2F971BC585C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7F25-8DB7-4300-ACCE-CB4A15BE8F32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00696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F5A6B-AF62-4B98-9D62-2F971BC585C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7F25-8DB7-4300-ACCE-CB4A15BE8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9238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F5A6B-AF62-4B98-9D62-2F971BC585C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7F25-8DB7-4300-ACCE-CB4A15BE8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6259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F5A6B-AF62-4B98-9D62-2F971BC585C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7F25-8DB7-4300-ACCE-CB4A15BE8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172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E43AD-B0F1-FA67-C4B2-AA15128819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3731AB-9FDB-2757-B127-256FADB923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00C83-AB07-0F59-DA17-BDB294C05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5391-AFD4-44D7-943E-CBF4A36C5065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1FB93-24D6-568D-4D1C-AB6E6C42F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A81F8-3262-3F2C-6CB3-094C28A66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DA229-AFD6-4753-8BEE-C57D11CC4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2191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E3FD2-BAA5-8484-6F05-780BA5F73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0A455-B07E-1863-3F80-AB9D4C54D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2D932-A510-44F0-E27D-50E021614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5391-AFD4-44D7-943E-CBF4A36C5065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522A6-FFA8-3CAF-2AD1-90CBA280D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02956-9919-7C32-6500-9B1C1B0C6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DA229-AFD6-4753-8BEE-C57D11CC4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4566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EF0D7-2C40-4DAC-C687-A18B55D2F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B3B7B-3643-9E2A-5209-140504CD0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050BF-02BB-CF94-BA3D-0FA648B42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5391-AFD4-44D7-943E-CBF4A36C5065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BA04A-333B-33BB-3479-C9B1253DB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C898E-635A-88F4-9993-D389CC2AF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DA229-AFD6-4753-8BEE-C57D11CC4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3664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92C6B-FB9B-3C2E-40E3-60403CF98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21A7B-F327-6CC5-6E00-27841248A0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BC9CBD-E186-9A51-2A3B-5CCAB0D2F5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10E669-0FE7-EA72-3915-8F5F02A16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5391-AFD4-44D7-943E-CBF4A36C5065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6D4FA-B810-45F9-C30D-4236F6318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E19356-5DCE-0B1B-0243-ECF7E392F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DA229-AFD6-4753-8BEE-C57D11CC4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3233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C1E5E-9C36-0359-C967-5705AE9C6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2D726-546B-CE10-B67C-FB7C308E0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9A0C31-AC9A-BBBE-A6D3-A2855592D4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133C93-AE74-A025-CC78-2B3EF42BD2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4EFC0E-81F4-B7DB-4492-AFD7D8BB3C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0C9542-66E5-7186-24BD-D7024A7AC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5391-AFD4-44D7-943E-CBF4A36C5065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372541-DB62-E2AB-CBE5-9E3C450E4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9C866D-719A-5CA0-00D8-68624975A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DA229-AFD6-4753-8BEE-C57D11CC4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0530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847D6-6413-05BF-76AB-2C86A1D73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E6C8C4-DE29-2324-C25F-735688A3A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5391-AFD4-44D7-943E-CBF4A36C5065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7886DA-872D-3707-782F-D768E1977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8F2A61-DBEA-B7B6-801A-DB3E14EF1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DA229-AFD6-4753-8BEE-C57D11CC4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3080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556CE4-1F1B-4EB1-C50C-9ECE02B5D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5391-AFD4-44D7-943E-CBF4A36C5065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CCF418-8FF3-922E-04FB-D2FCBAF22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40F70-7D9F-4CD8-AB6B-1087E1D3A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DA229-AFD6-4753-8BEE-C57D11CC4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9636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418DD-2C24-F50B-EA92-BEB8A7443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2564A-5BC4-FC73-112F-643BB4535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5374CC-1A77-0AFF-7301-90CD91DB92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1467AF-E7C4-E38F-F970-CCF8D8542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5391-AFD4-44D7-943E-CBF4A36C5065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3B1B1-AF8F-3A8E-FD31-8A494EB3F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A0B0A0-FB3A-E8DD-8122-0EB770449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DA229-AFD6-4753-8BEE-C57D11CC4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2012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AE3E5-ACB2-BD95-7F4F-C2C9D1A15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F30D73-EEB6-D7B7-EEB8-3E5D98CDC8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07F24-36FB-28A5-D277-94D07932AA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0A286F-0CA5-7DE7-E0FD-E1AF8466E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5391-AFD4-44D7-943E-CBF4A36C5065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04CF20-74FA-C59A-F242-539EEDF16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38F57-80FF-9247-593F-334F89BD7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DA229-AFD6-4753-8BEE-C57D11CC4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7858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B6768-41B8-4246-E297-311744B19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DFBC69-DA58-1B5F-BAA0-818FC27430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B5E48-5D23-BF74-D010-86CAFB542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5391-AFD4-44D7-943E-CBF4A36C5065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4E4D8-884F-5B55-BAF9-CE2DA892D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DCA83-63B8-71A5-864F-F53650AA8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DA229-AFD6-4753-8BEE-C57D11CC4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5425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589365-F216-1AF0-B8B4-25D328F901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CC5AC8-220E-19AB-B7C5-DAA6BC3FC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0AE55-5BAB-D6C1-1FC2-5463851A4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5391-AFD4-44D7-943E-CBF4A36C5065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2A3A57-2E34-39F8-253A-4EB7AD8BA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A81C0-F00B-EF03-864A-249FC45C1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DA229-AFD6-4753-8BEE-C57D11CC4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3818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A8E22-8877-4AC3-0614-FC5C8506E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191111-46DB-883B-DE3F-4D9BAF85BA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33F1D-125A-ACD3-0B78-A8AC0C54B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E1F64-CE4F-4442-A9E6-EE6CC56AEC6B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A4920-046E-1C30-4309-B50812228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C97D6-58C8-D33E-9C22-818C8582C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5D39E-92F5-450B-9B48-38E6152C46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8434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1FEE8-E14C-3858-DCCD-A4B25EA2F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46595-B353-4D0A-D634-FACA44A75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31737-D413-6AD5-5DD8-CA864F9A7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E1F64-CE4F-4442-A9E6-EE6CC56AEC6B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8792C-C341-AB6B-064E-C82629653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6E5A9-0149-6C7C-00D8-F1A665150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5D39E-92F5-450B-9B48-38E6152C46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1194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78871-8221-8ECB-5D95-338FE27B0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55DE80-0C22-B6BB-6A47-812DD6005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32E18-1421-F022-9FDA-817053EB3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E1F64-CE4F-4442-A9E6-EE6CC56AEC6B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00B5A-C7D0-CF9A-161F-DF5A28DF1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28E35-B5C6-98C5-7BAB-ECDA4DC62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5D39E-92F5-450B-9B48-38E6152C46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65147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4C44A-503A-33AD-7BDB-DFCB2BFC6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45EE2-2103-861C-FA48-73F8BE9FFA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E5D9E5-7983-8925-42F4-045DAC45A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F8D09F-8939-809F-1AE5-BA42C20B1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E1F64-CE4F-4442-A9E6-EE6CC56AEC6B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B2E7D-23B2-D427-B202-5225F9CD6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C8B948-7E20-C2B1-1BF5-04E46EC1E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5D39E-92F5-450B-9B48-38E6152C46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0881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94111-6971-36A2-2BD9-207B549CC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D5465E-27A0-7BC3-8391-5B6E32DF08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347D2A-785B-6276-3466-A1A9292ABD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0F38FB-EE91-BC68-B2B5-F33BBAD395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91253B-822D-F72A-9DF5-0811CE6C4E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31F194-9DA2-CBA4-3CA6-CABEABA89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E1F64-CE4F-4442-A9E6-EE6CC56AEC6B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D27976-0AF6-3047-5F2F-2BEDBD7B8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AD1A37-FABE-DAAF-7E91-5DC24F7AA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5D39E-92F5-450B-9B48-38E6152C46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01307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E3C91-1651-1588-9F05-088763B14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9602A5-5834-E096-3469-8892D8635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E1F64-CE4F-4442-A9E6-EE6CC56AEC6B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73A55D-A772-4537-2A1C-CC0BFC818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BECA69-58CC-460F-45EE-4A1A30F69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5D39E-92F5-450B-9B48-38E6152C46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6734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191A44-4C1F-F264-00C6-550259139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E1F64-CE4F-4442-A9E6-EE6CC56AEC6B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8195BB-46C5-01EF-A001-5DC264986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058FF-E9C7-AAE6-346E-C44FE9641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5D39E-92F5-450B-9B48-38E6152C46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76292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EB3CE-93A9-108F-0F44-D642CC052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B0FB4-53A8-F35B-75CC-602468360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542786-E17C-32DB-A695-931402C2AA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2F686A-2531-229E-7AF5-4C00765F8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E1F64-CE4F-4442-A9E6-EE6CC56AEC6B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5A623B-A2A1-D61D-BD7D-21AD7293C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F618E9-0D40-E6D0-C2FC-2BBE4D8D7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5D39E-92F5-450B-9B48-38E6152C46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41009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997B5-5AC0-2D8C-33BB-09F4F9554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E6BBC9-782C-E032-322A-87F38109BF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380F04-D65F-9CD1-20EA-CC4938D9EE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5F8D7-FBDE-D86E-5E4E-D7180D5EA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E1F64-CE4F-4442-A9E6-EE6CC56AEC6B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B52A73-DA21-F75F-D9F3-2FA4D86A1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C45173-93A1-BAD2-D659-64AE63727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5D39E-92F5-450B-9B48-38E6152C46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56718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A9104-3A43-6C52-2F85-68E5CB243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CBB647-8ED0-B747-2AF2-C8A64CE6AF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E163E-6DB5-3E65-3D47-0C08B70DD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E1F64-CE4F-4442-A9E6-EE6CC56AEC6B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10017-3923-E635-92B5-0665992CC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741E9-E675-7635-56A3-3BBB95C87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5D39E-92F5-450B-9B48-38E6152C46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47605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B1C9A6-6378-7396-0479-90E7353FD4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4090A9-F735-9FC9-E8E4-289A6A740A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2ADC0-C1B7-65DD-804C-F2732A752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E1F64-CE4F-4442-A9E6-EE6CC56AEC6B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CF97B-08EB-B7D8-8FFC-E3CD7CF8B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81A4E-35C1-E5CA-6863-883CF2B19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5D39E-92F5-450B-9B48-38E6152C46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50063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BFA2F-1B9E-9090-37D1-D2E9875AE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815374-CC82-A4B7-CCC0-C1F4FE231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E1F64-CE4F-4442-A9E6-EE6CC56AEC6B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693F40-8A55-1BCC-E29A-F96DB60E1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247F78-8AFA-ED30-511B-961075BFE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5D39E-92F5-450B-9B48-38E6152C46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71171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C5A55-BB99-4929-99BF-724D00F1CC7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4F5E2-2647-4410-A65C-0F8329610C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31242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C5A55-BB99-4929-99BF-724D00F1CC7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4F5E2-2647-4410-A65C-0F8329610C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4638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C5A55-BB99-4929-99BF-724D00F1CC7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4F5E2-2647-4410-A65C-0F8329610C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21293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C5A55-BB99-4929-99BF-724D00F1CC7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4F5E2-2647-4410-A65C-0F8329610C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87005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C5A55-BB99-4929-99BF-724D00F1CC7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4F5E2-2647-4410-A65C-0F8329610C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45014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C5A55-BB99-4929-99BF-724D00F1CC7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4F5E2-2647-4410-A65C-0F8329610C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37163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C5A55-BB99-4929-99BF-724D00F1CC7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4F5E2-2647-4410-A65C-0F8329610C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54182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C5A55-BB99-4929-99BF-724D00F1CC7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4F5E2-2647-4410-A65C-0F8329610C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23919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C5A55-BB99-4929-99BF-724D00F1CC7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4F5E2-2647-4410-A65C-0F8329610C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85694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C5A55-BB99-4929-99BF-724D00F1CC7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4F5E2-2647-4410-A65C-0F8329610C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37917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C5A55-BB99-4929-99BF-724D00F1CC7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4F5E2-2647-4410-A65C-0F8329610C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1954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C5A55-BB99-4929-99BF-724D00F1CC7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4F5E2-2647-4410-A65C-0F8329610C2D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8669765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C5A55-BB99-4929-99BF-724D00F1CC7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4F5E2-2647-4410-A65C-0F8329610C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35616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C5A55-BB99-4929-99BF-724D00F1CC7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4F5E2-2647-4410-A65C-0F8329610C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51199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C5A55-BB99-4929-99BF-724D00F1CC7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4F5E2-2647-4410-A65C-0F8329610C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03430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C5A55-BB99-4929-99BF-724D00F1CC7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4F5E2-2647-4410-A65C-0F8329610C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36560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C5A55-BB99-4929-99BF-724D00F1CC7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4F5E2-2647-4410-A65C-0F8329610C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70750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5391-AFD4-44D7-943E-CBF4A36C5065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DA229-AFD6-4753-8BEE-C57D11CC4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69546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5391-AFD4-44D7-943E-CBF4A36C5065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EAEDA229-AFD6-4753-8BEE-C57D11CC4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22538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5391-AFD4-44D7-943E-CBF4A36C5065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DA229-AFD6-4753-8BEE-C57D11CC4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24186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5391-AFD4-44D7-943E-CBF4A36C5065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DA229-AFD6-4753-8BEE-C57D11CC4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11775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5391-AFD4-44D7-943E-CBF4A36C5065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DA229-AFD6-4753-8BEE-C57D11CC4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58622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5391-AFD4-44D7-943E-CBF4A36C5065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DA229-AFD6-4753-8BEE-C57D11CC4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21295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5391-AFD4-44D7-943E-CBF4A36C5065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DA229-AFD6-4753-8BEE-C57D11CC4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04011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5391-AFD4-44D7-943E-CBF4A36C5065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DA229-AFD6-4753-8BEE-C57D11CC4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57302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5391-AFD4-44D7-943E-CBF4A36C5065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DA229-AFD6-4753-8BEE-C57D11CC4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23385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F5A6B-AF62-4B98-9D62-2F971BC585C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7F25-8DB7-4300-ACCE-CB4A15BE8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4690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F5A6B-AF62-4B98-9D62-2F971BC585C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7F25-8DB7-4300-ACCE-CB4A15BE8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1444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F5A6B-AF62-4B98-9D62-2F971BC585C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7F25-8DB7-4300-ACCE-CB4A15BE8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8647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F5A6B-AF62-4B98-9D62-2F971BC585C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7F25-8DB7-4300-ACCE-CB4A15BE8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18362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F5A6B-AF62-4B98-9D62-2F971BC585C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7F25-8DB7-4300-ACCE-CB4A15BE8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76995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F5A6B-AF62-4B98-9D62-2F971BC585C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7F25-8DB7-4300-ACCE-CB4A15BE8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34305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5391-AFD4-44D7-943E-CBF4A36C5065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DA229-AFD6-4753-8BEE-C57D11CC4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9949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5391-AFD4-44D7-943E-CBF4A36C5065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DA229-AFD6-4753-8BEE-C57D11CC4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90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17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55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49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5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9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73.xml"/><Relationship Id="rId2" Type="http://schemas.openxmlformats.org/officeDocument/2006/relationships/slideLayout" Target="../slideLayouts/slideLayout58.xml"/><Relationship Id="rId16" Type="http://schemas.openxmlformats.org/officeDocument/2006/relationships/slideLayout" Target="../slideLayouts/slideLayout72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7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FF5A6B-AF62-4B98-9D62-2F971BC585C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86C7F25-8DB7-4300-ACCE-CB4A15BE8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730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B80506-0253-E202-1F18-BCEBCE49C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79D28-7EDE-A5FD-19B9-917B5CBAB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B5851-0807-BA6A-20A7-C233778451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DD5391-AFD4-44D7-943E-CBF4A36C5065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A4BE8-4A3D-A07A-D14D-A8D91618AD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AA2D8-C479-7A3E-EABC-4E3738955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EDA229-AFD6-4753-8BEE-C57D11CC4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420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2DFB69-61F1-BB50-4278-61E6321A2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CD2547-9DB5-7344-D711-A2A3F7F8C8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4A1E8-D0AF-2B1E-DCA7-77D688D126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EE1F64-CE4F-4442-A9E6-EE6CC56AEC6B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F9BAC-A52A-CC65-4166-859FB5C911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93751-248F-FDC9-3637-239A15C97D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C5D39E-92F5-450B-9B48-38E6152C46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855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3FF5A6B-AF62-4B98-9D62-2F971BC585C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86C7F25-8DB7-4300-ACCE-CB4A15BE8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839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3FF5A6B-AF62-4B98-9D62-2F971BC585C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86C7F25-8DB7-4300-ACCE-CB4A15BE8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642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  <p:sldLayoutId id="2147483793" r:id="rId13"/>
    <p:sldLayoutId id="2147483794" r:id="rId14"/>
    <p:sldLayoutId id="2147483795" r:id="rId15"/>
    <p:sldLayoutId id="2147483796" r:id="rId16"/>
    <p:sldLayoutId id="214748379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0CFF0-6144-58C0-7D2E-D4462932D6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HÃY PHÂN LOẠI RÁC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293929-2F91-3C0A-837B-07DB63EECA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 THẾ GIỚI SẠCH HƠN</a:t>
            </a:r>
          </a:p>
        </p:txBody>
      </p:sp>
    </p:spTree>
    <p:extLst>
      <p:ext uri="{BB962C8B-B14F-4D97-AF65-F5344CB8AC3E}">
        <p14:creationId xmlns:p14="http://schemas.microsoft.com/office/powerpoint/2010/main" val="3201955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9E21E-3969-B64F-04BE-0ED25F0F6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4362" y="1754156"/>
            <a:ext cx="9068586" cy="1166930"/>
          </a:xfrm>
        </p:spPr>
        <p:txBody>
          <a:bodyPr>
            <a:prstTxWarp prst="textWave1">
              <a:avLst/>
            </a:prstTxWarp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HÀNH ĐỘNG NHỎ Ý NGHĨA LỚN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B3E96B-24D0-BCB2-AF5D-D302BC6859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62100" y="2761861"/>
            <a:ext cx="9070848" cy="2687217"/>
          </a:xfrm>
        </p:spPr>
        <p:txBody>
          <a:bodyPr>
            <a:normAutofit lnSpcReduction="10000"/>
          </a:bodyPr>
          <a:lstStyle/>
          <a:p>
            <a:pPr marL="285750" indent="-285750" algn="l">
              <a:buFont typeface="Wingdings" panose="05000000000000000000" pitchFamily="2" charset="2"/>
              <a:buChar char="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đúng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quy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định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285750" indent="-285750" algn="l">
              <a:buFont typeface="Wingdings" panose="05000000000000000000" pitchFamily="2" charset="2"/>
              <a:buChar char="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loại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nguồn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285750" indent="-285750" algn="l">
              <a:buFont typeface="Wingdings" panose="05000000000000000000" pitchFamily="2" charset="2"/>
              <a:buChar char="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chế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dụng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túi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long</a:t>
            </a:r>
          </a:p>
          <a:p>
            <a:pPr marL="285750" indent="-285750" algn="l">
              <a:buFont typeface="Wingdings" panose="05000000000000000000" pitchFamily="2" charset="2"/>
              <a:buChar char="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kiệm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nguyên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Góp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giảm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thiểu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ô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nhiễm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Bảo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môi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trường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xanh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đẹp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1859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21D4A-FAA3-7A50-DAAF-51755736A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1756" y="502505"/>
            <a:ext cx="5980195" cy="2071396"/>
          </a:xfrm>
        </p:spPr>
        <p:txBody>
          <a:bodyPr>
            <a:prstTxWarp prst="textArchUpPour">
              <a:avLst/>
            </a:prstTxWarp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thải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E69FC2C-7B48-1C23-A4A0-288036252E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717667"/>
              </p:ext>
            </p:extLst>
          </p:nvPr>
        </p:nvGraphicFramePr>
        <p:xfrm>
          <a:off x="1687998" y="2262777"/>
          <a:ext cx="8128000" cy="229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7159">
                  <a:extLst>
                    <a:ext uri="{9D8B030D-6E8A-4147-A177-3AD203B41FA5}">
                      <a16:colId xmlns:a16="http://schemas.microsoft.com/office/drawing/2014/main" val="622833175"/>
                    </a:ext>
                  </a:extLst>
                </a:gridCol>
                <a:gridCol w="4990841">
                  <a:extLst>
                    <a:ext uri="{9D8B030D-6E8A-4147-A177-3AD203B41FA5}">
                      <a16:colId xmlns:a16="http://schemas.microsoft.com/office/drawing/2014/main" val="8194959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Phân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loại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rác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thải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Ví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dụ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00515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Rác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hữu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cơ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Các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loại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rau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củ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quả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đã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bị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hư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thối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3155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Rác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vô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cơ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Gạch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đá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đồ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sành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sứ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vỡ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hoặc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không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còn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giá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trị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sử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dụng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53122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Rác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tái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chế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Thùng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carton,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sách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báo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cũ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Hộp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giấy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bì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thư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bưu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thiếp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đã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qua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sử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dụng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indent="0">
                        <a:buFontTx/>
                        <a:buNone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41466370"/>
                  </a:ext>
                </a:extLst>
              </a:tr>
            </a:tbl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0D51869-F198-8F3A-4194-7BCC62B001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30930" y="4645297"/>
            <a:ext cx="5426158" cy="18288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220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5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</TotalTime>
  <Words>117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3</vt:i4>
      </vt:variant>
    </vt:vector>
  </HeadingPairs>
  <TitlesOfParts>
    <vt:vector size="17" baseType="lpstr">
      <vt:lpstr>Aptos</vt:lpstr>
      <vt:lpstr>Aptos Display</vt:lpstr>
      <vt:lpstr>Arial</vt:lpstr>
      <vt:lpstr>Corbel</vt:lpstr>
      <vt:lpstr>Times New Roman</vt:lpstr>
      <vt:lpstr>Trebuchet MS</vt:lpstr>
      <vt:lpstr>Tw Cen MT</vt:lpstr>
      <vt:lpstr>Wingdings</vt:lpstr>
      <vt:lpstr>Wingdings 3</vt:lpstr>
      <vt:lpstr>Facet</vt:lpstr>
      <vt:lpstr>Custom Design</vt:lpstr>
      <vt:lpstr>1_Custom Design</vt:lpstr>
      <vt:lpstr>Droplet</vt:lpstr>
      <vt:lpstr>Parallax</vt:lpstr>
      <vt:lpstr>HÃY PHÂN LOẠI RÁC</vt:lpstr>
      <vt:lpstr>HÀNH ĐỘNG NHỎ Ý NGHĨA LỚN</vt:lpstr>
      <vt:lpstr>Phân loại rác thải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2</cp:revision>
  <dcterms:created xsi:type="dcterms:W3CDTF">2025-12-05T08:05:41Z</dcterms:created>
  <dcterms:modified xsi:type="dcterms:W3CDTF">2025-12-05T08:37:11Z</dcterms:modified>
</cp:coreProperties>
</file>